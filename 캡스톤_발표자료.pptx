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목차를 간단히 소개하고 넘어가세요. (30초)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국가데이터처의 현황과 문제점을 설명합니다. 1주일이 걸린다는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AS-IS와 TO-BE를 대비하여 프로젝트의 가치를 명확히 전달하세요.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기본 정보를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시스템의 입력-처리-출력 구조를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Generator-Template-Schema 3요소 아키텍처를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50개 보고서를 카테고리별로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대시보드의 주요 기능을 설명합니다. 데모에서 실제로 보여줄 예정임을 언급하세요.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스키마 기반 아키텍처의 장점을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순위 시스템이 보고서 설명 문구 자동 생성에 어떻게 활용되는지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숫자로 프로젝트 규모를 어필하세요.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비공개 자료 환경에서 담당자와의 협업으로 극복한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팀원 이탈에도 불구하고 프로젝트를 완수한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요인(서식 변경)에 유연하게 대응한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표로 간결하게 정리하여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데모를 시작하기 전에 보여줄 내용을 미리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향후 개선 과제를 우선순위별로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프로젝트의 기대 효과를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 인사와 함께 Q&amp;A로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📊 지역경제동향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맑은 고딕"/>
              </a:defRPr>
            </a:pPr>
            <a:r>
              <a:t>자동 생성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맑은 고딕"/>
              </a:defRPr>
            </a:pPr>
            <a:r>
              <a:t>의뢰 기관: 국가데이터처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맑은 고딕"/>
              </a:defRPr>
            </a:pPr>
            <a:r>
              <a:t>2025년 12월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📋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1. 프로젝트 개요 및 배경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2. 시스템 아키텍처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3. 주요 기능 (50개 보고서)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4. 기술적 성과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5. 프로젝트 수행 중 어려운 점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6. 데모 시연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7. 향후 개선 과제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문제 정의 및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😰 현재 업무 현황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국가데이터처는 66종의 승인통계를 작성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매분기 '지역경제동향' 보고서 발간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10개 경제지표 × 17개 시도 = 50+ 페이지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현재 보고서 작성 프로세스: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수작업으로 표, 그래프, 설명 문구 작성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전체 인력 총동원하여 약 1주일 소요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수기 입력 시 오타 및 숫자 오류 발생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동일한 패턴의 반복 작업 → 비효율 발생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🎯 프로젝트 목표 (TO-BE)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AS-IS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TO-BE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소요 시간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1주일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수 시간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투입 인력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전체 인력 총동원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1~2명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오류 가능성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높음 (수작업)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낮음 (자동화)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일관성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담당자별 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템플릿 기반 통일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확장성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특정 보고서 한정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타 통계에도 적용 가능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📌 프로젝트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프로젝트명: 지역경제동향 보고서 자동 생성 시스템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의뢰 기관: 국가데이터처 (Ministry of Data and Statistics)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개발 기간: 2025년 12월 11일 ~ 12월 30일 (약 2주)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기술 스택: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Backend: Python, Flask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Template: Jinja2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Data: Pandas, OpenPyXL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총 커밋 수: 130+개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2.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전체 구조 및 데이터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🏗️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입력 데이터: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분석표 엑셀 파일 (.xlsx)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기초자료 수집표 (.xlsx)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처리 엔진: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Flask 웹 애플리케이션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Generator 모듈 (데이터 추출)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Jinja2 템플릿 (서식 적용)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출력 결과: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HTML (웹 미리보기)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한글 복붙용 HTML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Excel (분석표 자동생성)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PDF (인쇄용)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🔄 데이터 처리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이중 프로세스 구조:
    • 프로세스 1: 기초자료 → 분석표 자동 생성 (수식 보존)
    • 프로세스 2: 분석표 + GRDP → HTML 보고서 생성
• 주요 개선사항:
    • 분석 시트 없을 때 기초자료에서 직접 데이터 추출
    • 가중치 비공개(0) 값 자동 대체 기능
    • 파일 업로드 시 자동 미리보기 생성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3.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50개 보고서 자동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📄 생성 가능한 보고서 (총 50개)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20116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📋 요약 보고서 (9개)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표지, 일러두기, 목차</a:t>
            </a:r>
            <a:br/>
            <a:r>
              <a:t>인포그래픽</a:t>
            </a:r>
            <a:br/>
            <a:r>
              <a:t>지역경제동향 요약 5개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011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부문별 보고서 (10개)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광공업생산, 서비스업생산</a:t>
            </a:r>
            <a:br/>
            <a:r>
              <a:t>소비동향, 건설동향</a:t>
            </a:r>
            <a:br/>
            <a:r>
              <a:t>수출, 수입, 물가</a:t>
            </a:r>
            <a:br/>
            <a:r>
              <a:t>고용률, 실업률, 인구이동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🗺️ 시도별 보고서 (18개)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17개 시도별 보고서</a:t>
            </a:r>
            <a:br/>
            <a:r>
              <a:t>+ 참고 GRDP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474720" cy="20116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 통계표 (13개)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각 부문별 통계표</a:t>
            </a:r>
            <a:br/>
            <a:r>
              <a:t>+ GRDP + 부록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🖥️ 웹 대시보드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📁 드래그 앤 드롭 파일 업로드
    • 기초자료/분석표 자동 감지
• 👁️ 파일 업로드 시 자동 미리보기 생성
    • 클릭 없이 즉시 보고서 확인
• ⚙️ 가중치 설정 UI
    • 비공개(0) 값 자동 대체 기능
• ⚠️ 결측치 시각화
    • 노란색 형광펜으로 누락 데이터 표시
    • 검토 완료 시 하이라이트 제거
• 📥 다중 포맷 내보내기
    • PDF용 HTML, 한글 복붙용 HTML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4. 기술적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주요 구현 내용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📐 스키마 기반 데이터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JSON 스키마로 데이터 매핑 정의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엑셀 시트명, 행/열 위치, 데이터 타입 명세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총 39개 스키마 파일 작성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업종명 매핑 자동화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긴 공식 명칭 → 보고서용 축약형 변환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예: '전자 부품, 컴퓨터...' → '반도체·전자부품'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확장성 확보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새로운 보고서: 스키마만 작성하면 됨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가중치 비공개(0) 자동 대체 기능 및 설정 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🏆 가중치 기반 순위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17개 시도의 경제지표 실시간 분석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증감률에 가중치를 적용하여 순위 자동 계산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증가 지역: 증감률 높은 순 정렬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감소 지역: 증감률 낮은 순 정렬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상위/하위 지역 자동 하이라이트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보고서 설명 문구에 자동 반영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기여도 기반 업종 정렬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지역별 주요 증가/감소 업종 자동 식별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📊 개발 통계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459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수량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총 Git 커밋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104개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HTML 템플릿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71개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Python 생성기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15개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JSON 스키마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39개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API 엔드포인트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10+ 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지원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50개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개발 기간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16일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5. 어려운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프로젝트 수행 중 직면한 도전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😰 어려움 1: 비공개 자료 접근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📌 상황: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국가데이터처의 분석표, 기초자료 등 핵심 데이터가 비공개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외부에서 실제 데이터에 접근하기 어려운 환경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💪 극복: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담당자와 주기적인 미팅을 통해 자료 확보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제공받은 샘플 데이터를 기반으로 개발 진행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정답 이미지(correct_answer/)를 참고하여 출력 형식 파악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✅ 결과: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제한된 자료 환경에서도 시스템 개발 완료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실무 환경의 보안/비공개 정책 대응 경험 확보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😰 어려움 2: 팀원 중도포기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📌 상황: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프로젝트 초기 3인 팀으로 시작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1차 중간발표 직전/직후 팀원 2명 중도포기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이후 1인 프로젝트로 전환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💪 극복: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핵심 기능 우선순위 재정립 후 집중 개발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Flask + Jinja2로 풀스택 통합 개발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프론트엔드, 백엔드, 데이터 처리 전 영역 단독 수행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✅ 결과: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1인 풀스택 개발로 프로젝트 완수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위기 대응 능력 및 자기주도적 문제해결 역량 향상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😰 어려움 3: 보고서 서식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📌 상황: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프로젝트 진행 중 2024년 4분기부터 보고서 서식 변경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기존 개발한 템플릿 구조 재설계 필요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💪 극복: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템플릿 기반 모듈화 설계로 수정 범위 최소화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데이터와 표현 계층 분리로 유지보수성 확보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변경된 실제 보고서를 분석하여 신규 서식 파악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✅ 결과: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서식 변경에 성공적으로 대응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확장 가능한 템플릿 구조 구축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실무 환경과 동일한 불확실성 대응 경험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📋 어려움 극복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어려움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극복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강조 역량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데이터 접근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비공개 자료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담당자 협업, 샘플 활용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커뮤니케이션, 문제해결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팀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3인→1인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풀스택 단독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위기 대응, 자기주도성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외부 요인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서식 변경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모듈화 템플릿 설계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유연한 설계, 적응력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6. 데모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실제 동작 확인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🖥️ 데모 시연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1️⃣ 대시보드 접속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http://localhost:5050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2️⃣ 분석표 엑셀 파일 업로드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드래그 앤 드롭으로 간편 업로드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연도/분기 자동 감지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3️⃣ 보고서 미리보기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요약 → 부문별 → 시도별 → 통계표 순회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결측치 시각화 확인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4️⃣ 보고서 내보내기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   - PDF용 / 한글 복붙용 HTML 내보내기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⏱️ 데모 시간: 약 3분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7. 향후 개선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맑은 고딕"/>
              </a:defRPr>
            </a:pPr>
            <a:r>
              <a:t>고도화 방향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🚀 향후 개선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🔴 높음 (단기):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KOSIS API 연동: GRDP 데이터 연동 완료 ✓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데이터 검증 자동화: JSON Schema 기반 유효성 검사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🟡 중간 (중기):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차트 자동 생성: matplotlib/Chart.js 연동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버전 관리: 보고서 히스토리 추적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워크플로우 자동화: 승인 프로세스 구현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🟢 낮음 (장기):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LLM 활용: AI 기반 분석 문구 자동 생성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다른 보도자료 확장: 인구동향, 물가동향 등</a:t>
            </a:r>
          </a:p>
          <a:p>
            <a:pPr lvl="1">
              <a:spcAft>
                <a:spcPts val="8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    • 클라우드 배포: Docker + Kubernetes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✨ 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20116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1주일 → 수 시간</a:t>
            </a:r>
            <a:br/>
            <a:r>
              <a:t>약 90% 이상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011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👥 인력 효율화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반복 작업에서 해방</a:t>
            </a:r>
            <a:br/>
            <a:r>
              <a:t>고부가가치 업무 집중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품질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휴먼 에러 최소화</a:t>
            </a:r>
            <a:br/>
            <a:r>
              <a:t>일관된 서식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474720" cy="20116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 확장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타 보도자료에도</a:t>
            </a:r>
            <a:br/>
            <a:r>
              <a:t>적용 가능한 프레임워크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📝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지역경제동향 보고서 자동 생성 시스템 구축 완료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50개 보고서 자동 생성 지원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Generator-Template-Schema 아키텍처로 확장성 확보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비공개 자료, 팀원 중도포기, 서식 변경 등 어려움 극복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• 국가데이터처 업무 효율화에 기여할 것으로 기대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━━━━━━━━━━━━━━━━━━━━━━━━━━━━━━━━━━━━━━━━━━━━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0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맑은 고딕"/>
              </a:defRPr>
            </a:pPr>
            <a:r>
              <a:t>감사합니다. 질문 있으시면 말씀해 주세요! 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맑은 고딕"/>
              </a:defRPr>
            </a:pPr>
            <a:r>
              <a:t>질문 및 답변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